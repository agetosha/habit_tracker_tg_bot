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58" r:id="rId5"/>
    <p:sldId id="276" r:id="rId6"/>
    <p:sldId id="259" r:id="rId7"/>
    <p:sldId id="262" r:id="rId8"/>
    <p:sldId id="260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Habit Tracker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Telegram bot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6296660" y="638714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en-US">
                <a:solidFill>
                  <a:schemeClr val="bg1"/>
                </a:solidFill>
              </a:rPr>
              <a:t>ИрНИТУ Махлачев</a:t>
            </a:r>
            <a:r>
              <a:rPr lang="ru-RU" altLang="en-US"/>
              <a:t> 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5603875" cy="675640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Основные функции бота</a:t>
            </a:r>
            <a:endParaRPr lang="ru-RU" sz="4400" dirty="0"/>
          </a:p>
        </p:txBody>
      </p:sp>
      <p:sp>
        <p:nvSpPr>
          <p:cNvPr id="10" name="Text Box 9"/>
          <p:cNvSpPr txBox="1"/>
          <p:nvPr/>
        </p:nvSpPr>
        <p:spPr>
          <a:xfrm>
            <a:off x="1520190" y="847090"/>
            <a:ext cx="4438015" cy="11874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1. Регистрация пользователей</a:t>
            </a:r>
            <a:endParaRPr lang="en-US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Автоматическая регистрация при первом использовании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Хранение данных в PostgreSQL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520190" y="2391410"/>
            <a:ext cx="4438015" cy="1918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2. Создание привычек</a:t>
            </a:r>
            <a:endParaRPr lang="en-US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Пошаговый процесс через FSM (Finite State Machine)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Возможность указать название и описание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Автоматическое отслеживание даты создания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520190" y="4481830"/>
            <a:ext cx="4438015" cy="1918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3. Отслеживание выполнения</a:t>
            </a:r>
            <a:endParaRPr lang="en-US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Отметка времени, затраченного на привычку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Автоматический подсчет стриков (последовательных дней)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Обновление личных рекордов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6696075" y="1021080"/>
            <a:ext cx="4438015" cy="1370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4. Статистика и аналитика</a:t>
            </a:r>
            <a:endParaRPr lang="en-US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Визуализация прогресса в виде графиков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Расчет средней продолжительности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Подсчет общего времени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696075" y="2943225"/>
            <a:ext cx="4438015" cy="11874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5. Мотивационная система</a:t>
            </a:r>
            <a:endParaRPr lang="en-US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Автоматическое получение мотивационных цитат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Отображение текущих стриков и рекордов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6696075" y="4682490"/>
            <a:ext cx="4438015" cy="15532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6. Управление привычками</a:t>
            </a:r>
            <a:endParaRPr lang="en-US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ctr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Просмотр списка всех привычек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Удаление ненужных привычек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Редактирование через удаление/создание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5603875" cy="675640"/>
          </a:xfrm>
        </p:spPr>
        <p:txBody>
          <a:bodyPr>
            <a:normAutofit fontScale="90000"/>
          </a:bodyPr>
          <a:lstStyle/>
          <a:p>
            <a:r>
              <a:rPr lang="ru-RU" altLang="en-US" sz="4400" dirty="0"/>
              <a:t>Работа бота в </a:t>
            </a:r>
            <a:r>
              <a:rPr lang="en-US" altLang="ru-RU" sz="4400" dirty="0"/>
              <a:t>Telegram</a:t>
            </a:r>
            <a:endParaRPr lang="en-US" altLang="ru-RU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590" y="675640"/>
            <a:ext cx="3916045" cy="60934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145" y="675640"/>
            <a:ext cx="4418330" cy="3003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145" y="3790950"/>
            <a:ext cx="4418330" cy="2978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5603875" cy="675640"/>
          </a:xfrm>
        </p:spPr>
        <p:txBody>
          <a:bodyPr>
            <a:normAutofit fontScale="90000"/>
          </a:bodyPr>
          <a:lstStyle/>
          <a:p>
            <a:r>
              <a:rPr lang="ru-RU" altLang="en-US" sz="4400" dirty="0"/>
              <a:t>Работа бота в </a:t>
            </a:r>
            <a:r>
              <a:rPr lang="en-US" altLang="ru-RU" sz="4400" dirty="0"/>
              <a:t>Telegram</a:t>
            </a:r>
            <a:endParaRPr lang="en-US" altLang="ru-RU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75" y="2081530"/>
            <a:ext cx="4909185" cy="3152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048385"/>
            <a:ext cx="5305425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2480" y="0"/>
            <a:ext cx="6319520" cy="675640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Работа бота в консоли</a:t>
            </a:r>
            <a:endParaRPr lang="ru-RU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9180"/>
            <a:ext cx="7886700" cy="1790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04565"/>
            <a:ext cx="11131550" cy="2105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1370" y="0"/>
            <a:ext cx="7580630" cy="675640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Архитектура проекта</a:t>
            </a:r>
            <a:r>
              <a:rPr lang="en-US" altLang="ru-RU" sz="4400" dirty="0"/>
              <a:t> (</a:t>
            </a:r>
            <a:r>
              <a:rPr lang="ru-RU" altLang="ru-RU" sz="4400" dirty="0"/>
              <a:t>структура)</a:t>
            </a:r>
            <a:endParaRPr lang="ru-RU" altLang="ru-RU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925" y="485775"/>
            <a:ext cx="2276475" cy="5886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785" y="1479550"/>
            <a:ext cx="5038725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77470"/>
            <a:ext cx="7580630" cy="675640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3" name="Text Box 2"/>
          <p:cNvSpPr txBox="1"/>
          <p:nvPr/>
        </p:nvSpPr>
        <p:spPr>
          <a:xfrm>
            <a:off x="0" y="0"/>
            <a:ext cx="2607945" cy="83058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sz="4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main.py</a:t>
            </a:r>
            <a:endParaRPr lang="en-US" sz="4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955" y="2897505"/>
            <a:ext cx="4988560" cy="37160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5" y="753110"/>
            <a:ext cx="6479540" cy="26765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23265" y="5013008"/>
            <a:ext cx="5080000" cy="2736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p>
            <a:pPr algn="ctr">
              <a:lnSpc>
                <a:spcPts val="1425"/>
              </a:lnSpc>
            </a:pPr>
            <a:r>
              <a:rPr lang="ru-RU" sz="1600" b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З</a:t>
            </a:r>
            <a:r>
              <a:rPr sz="1600" b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апуск бота и подключение всех роутеров</a:t>
            </a:r>
            <a:endParaRPr sz="1600" b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77470"/>
            <a:ext cx="7580630" cy="675640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5" name="Text Box 4"/>
          <p:cNvSpPr txBox="1"/>
          <p:nvPr/>
        </p:nvSpPr>
        <p:spPr>
          <a:xfrm>
            <a:off x="723265" y="5013008"/>
            <a:ext cx="5080000" cy="2736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p>
            <a:pPr algn="ctr">
              <a:lnSpc>
                <a:spcPts val="1425"/>
              </a:lnSpc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Токен бота, URL базы данных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3419475" cy="83058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altLang="en-US" sz="4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config.py</a:t>
            </a:r>
            <a:endParaRPr lang="en-US" altLang="en-US" sz="4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270" y="2857500"/>
            <a:ext cx="507682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77470"/>
            <a:ext cx="7580630" cy="552450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5" name="Text Box 4"/>
          <p:cNvSpPr txBox="1"/>
          <p:nvPr/>
        </p:nvSpPr>
        <p:spPr>
          <a:xfrm>
            <a:off x="723265" y="5013008"/>
            <a:ext cx="5080000" cy="10045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p>
            <a:pPr marL="285750" indent="-285750" algn="just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User - информация о пользователях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just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just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Habit - данные о привычках пользователей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just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just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HabitLog - история выполнения привычек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3364865" cy="5530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altLang="en-US" sz="2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database/models.py</a:t>
            </a:r>
            <a:endParaRPr lang="en-US" altLang="en-US" sz="2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" y="553085"/>
            <a:ext cx="6193790" cy="33762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545" y="3114040"/>
            <a:ext cx="5224780" cy="35515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0"/>
            <a:ext cx="7580630" cy="614045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5" name="Text Box 4"/>
          <p:cNvSpPr txBox="1"/>
          <p:nvPr/>
        </p:nvSpPr>
        <p:spPr>
          <a:xfrm>
            <a:off x="457835" y="767398"/>
            <a:ext cx="5080000" cy="3380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Запросы к базе данных - операции для работы с данными.</a:t>
            </a:r>
            <a:r>
              <a:rPr lang="ru-RU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Основные функции: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set_user()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регистрация нового пользователя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add_habit()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добавление новой привычки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get_user_habits()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получение списка привычек пользователя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log_habit_completion()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запись выполнения привычки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get_habit_logs()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получение истории выполнения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delete_habit()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удаление привычки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3559175" cy="5530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altLang="en-US" sz="2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database/requests.py</a:t>
            </a:r>
            <a:endParaRPr lang="en-US" altLang="en-US" sz="2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020" y="2975610"/>
            <a:ext cx="5695950" cy="3305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0"/>
            <a:ext cx="7580630" cy="614045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5" name="Text Box 4"/>
          <p:cNvSpPr txBox="1"/>
          <p:nvPr/>
        </p:nvSpPr>
        <p:spPr>
          <a:xfrm>
            <a:off x="3556000" y="917258"/>
            <a:ext cx="5080000" cy="2284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Построение клавиатур - создание интерфейса взаимодействия.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Функции: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main_kb() - главное меню бота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cancel_kb() - клавиатура для отмены действий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marL="285750" indent="-285750" algn="l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habits_inline_kb() - инлайн-клавиатура со списком привычек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3868420" cy="5530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altLang="en-US" sz="2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keyboards/builders.py</a:t>
            </a:r>
            <a:endParaRPr lang="en-US" altLang="en-US" sz="2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3717290"/>
            <a:ext cx="8343900" cy="2105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0"/>
            <a:ext cx="7580630" cy="614045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5" name="Text Box 4"/>
          <p:cNvSpPr txBox="1"/>
          <p:nvPr/>
        </p:nvSpPr>
        <p:spPr>
          <a:xfrm>
            <a:off x="608330" y="787083"/>
            <a:ext cx="5080000" cy="1370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ru-RU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В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нешнее API - получение мотивационных цитат.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Функция: get_motivation_quote() - запрос к zenquotes.io API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Особенности: Асинхронные запросы через aiohttp, обработка ошибок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3868420" cy="5530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altLang="en-US" sz="2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services/api_quote.py</a:t>
            </a:r>
            <a:endParaRPr lang="en-US" altLang="en-US" sz="2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2392680"/>
            <a:ext cx="10975340" cy="40849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0"/>
            <a:ext cx="7580630" cy="614045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5" name="Text Box 4"/>
          <p:cNvSpPr txBox="1"/>
          <p:nvPr/>
        </p:nvSpPr>
        <p:spPr>
          <a:xfrm>
            <a:off x="237490" y="552768"/>
            <a:ext cx="5080000" cy="1370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Генерация графиков - визуализация статистики.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Функция: </a:t>
            </a: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generate_habit_chart()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создание столбчатой диаграммы прогресса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Технологии: matplotlib и pandas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3868420" cy="5530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altLang="en-US" sz="2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services/stats_gen.py</a:t>
            </a:r>
            <a:endParaRPr lang="en-US" altLang="en-US" sz="2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0" y="553085"/>
            <a:ext cx="6096000" cy="6076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0"/>
            <a:ext cx="7580630" cy="614045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5" name="Text Box 4"/>
          <p:cNvSpPr txBox="1"/>
          <p:nvPr/>
        </p:nvSpPr>
        <p:spPr>
          <a:xfrm>
            <a:off x="237490" y="552768"/>
            <a:ext cx="5080000" cy="1370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Стартовые команды - обработка команды /start.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Обработчик: </a:t>
            </a: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cmd_start()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приветствие и главное меню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+Автоматическая регистрация пользователя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3224530" cy="5530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altLang="en-US" sz="2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handlers/start.py</a:t>
            </a:r>
            <a:endParaRPr lang="en-US" altLang="en-US" sz="2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260" y="2252345"/>
            <a:ext cx="659130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0"/>
            <a:ext cx="7580630" cy="614045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5" name="Text Box 4"/>
          <p:cNvSpPr txBox="1"/>
          <p:nvPr/>
        </p:nvSpPr>
        <p:spPr>
          <a:xfrm>
            <a:off x="237490" y="553085"/>
            <a:ext cx="4595495" cy="28321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Создание привычек - процесс добавления новых привычек.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Состояния FSM: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HabitState (title, description)</a:t>
            </a:r>
            <a:endParaRPr lang="en-US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Обработчики: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start_creation()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начало создания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process_title()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обработка названия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process_desc()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обработка описания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cancel_handler()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отмена создания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3585210" cy="5530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altLang="en-US" sz="2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handlers/creation.py</a:t>
            </a:r>
            <a:endParaRPr lang="en-US" altLang="en-US" sz="2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715" y="1480185"/>
            <a:ext cx="6877050" cy="49625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0"/>
            <a:ext cx="7580630" cy="614045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5" name="Text Box 4"/>
          <p:cNvSpPr txBox="1"/>
          <p:nvPr/>
        </p:nvSpPr>
        <p:spPr>
          <a:xfrm>
            <a:off x="237490" y="553085"/>
            <a:ext cx="4595495" cy="37458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Отслеживание выполнения - отметка выполненных привычек.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Состояния FSM: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TrackState (minutes, habit_id)</a:t>
            </a:r>
            <a:endParaRPr lang="en-US" altLang="en-US" sz="1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Обработчики: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list_habits()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просмотр списка привычек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select_habit_to_track()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выбор привычки для отметки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save_track()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сохранение времени выполнения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select_habit_to_delete()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удаление привычек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3585210" cy="5530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altLang="en-US" sz="2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handlers/tracking.py</a:t>
            </a:r>
            <a:endParaRPr lang="en-US" altLang="en-US" sz="2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845" y="553085"/>
            <a:ext cx="7000875" cy="2886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850" y="3678555"/>
            <a:ext cx="4634865" cy="28219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5685" y="0"/>
            <a:ext cx="7580630" cy="614045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Описание файлов</a:t>
            </a:r>
            <a:endParaRPr lang="ru-RU" sz="4400" dirty="0"/>
          </a:p>
        </p:txBody>
      </p:sp>
      <p:sp>
        <p:nvSpPr>
          <p:cNvPr id="5" name="Text Box 4"/>
          <p:cNvSpPr txBox="1"/>
          <p:nvPr/>
        </p:nvSpPr>
        <p:spPr>
          <a:xfrm>
            <a:off x="237490" y="1813560"/>
            <a:ext cx="4595495" cy="19183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Статистика и аналитика - просмотр прогресса.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Обработчики: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select_stat_habit() 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- выбор привычки для статистики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  <a:p>
            <a:pPr indent="0"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show_chart()</a:t>
            </a:r>
            <a:r>
              <a:rPr lang="en-US" altLang="en-US" sz="16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 - генерация и отправка графика</a:t>
            </a:r>
            <a:endParaRPr lang="en-US" altLang="en-US" sz="16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0"/>
            <a:ext cx="4097020" cy="5530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algn="ctr">
              <a:lnSpc>
                <a:spcPct val="100000"/>
              </a:lnSpc>
            </a:pPr>
            <a:r>
              <a:rPr lang="en-US" altLang="en-US" sz="24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/>
                <a:ea typeface="Consolas" panose="020B0609020204030204"/>
              </a:rPr>
              <a:t>handlers/statistics.py</a:t>
            </a:r>
            <a:endParaRPr lang="en-US" altLang="en-US" sz="24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595" y="1814195"/>
            <a:ext cx="6795135" cy="1917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975" y="4345940"/>
            <a:ext cx="4391025" cy="99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3126</Words>
  <Application>WPS Presentation</Application>
  <PresentationFormat>Widescreen</PresentationFormat>
  <Paragraphs>197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Consolas</vt:lpstr>
      <vt:lpstr>Office Theme</vt:lpstr>
      <vt:lpstr>PowerPoint 演示文稿</vt:lpstr>
      <vt:lpstr>Habit Tracker</vt:lpstr>
      <vt:lpstr>Habit Tracker</vt:lpstr>
      <vt:lpstr>Работа бота в Telegram</vt:lpstr>
      <vt:lpstr>Работа бота в Telegram</vt:lpstr>
      <vt:lpstr>Архитектура проекта (структура)</vt:lpstr>
      <vt:lpstr>Работа бота в Telegram</vt:lpstr>
      <vt:lpstr>Описание файлов</vt:lpstr>
      <vt:lpstr>Описание файлов</vt:lpstr>
      <vt:lpstr>Описание файлов</vt:lpstr>
      <vt:lpstr>Описание файлов</vt:lpstr>
      <vt:lpstr>Описание файлов</vt:lpstr>
      <vt:lpstr>Описание файлов</vt:lpstr>
      <vt:lpstr>Описание файлов</vt:lpstr>
      <vt:lpstr>Описание файлов</vt:lpstr>
      <vt:lpstr>Описание файлов</vt:lpstr>
      <vt:lpstr>Описание файлов</vt:lpstr>
      <vt:lpstr>Описание файлов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Андрей</cp:lastModifiedBy>
  <cp:revision>7</cp:revision>
  <dcterms:created xsi:type="dcterms:W3CDTF">2025-07-23T00:59:00Z</dcterms:created>
  <dcterms:modified xsi:type="dcterms:W3CDTF">2025-12-14T13:05:00Z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1033-12.2.0.23155</vt:lpwstr>
  </property>
</Properties>
</file>